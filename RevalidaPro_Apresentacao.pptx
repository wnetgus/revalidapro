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0"/>
            <a:ext cx="5486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completa de preparação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Revalida INEP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7490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4F46E5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66360" y="10515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Banco de questões INEP reais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15636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Simulados completos e parciais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20756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Análise de desempenho em tempo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5877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Super Apostas com 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30998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Comunidade de residentes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36118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Gamificação e ranking nacional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www.revalidapro.com.br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RevalidaPro?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SaaS completa, desenvolvida especificamente para médicos formados no exterior que precisam ser aprovados no Revalida INEP. Reúne tudo o que o candidato precisa em um único ambiente: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26060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54480"/>
            <a:ext cx="50292" cy="1188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664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Estudo Ativo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9933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INEP reais + simulados completos com feedback detalhado por questão.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554480"/>
            <a:ext cx="26060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554480"/>
            <a:ext cx="50292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664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Foco Estratégico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424" y="19933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Apostas com temas de alta incidência selecionados por especialistas.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44184" y="1554480"/>
            <a:ext cx="26060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1554480"/>
            <a:ext cx="50292" cy="1188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664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Pessoal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9933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por especialidade, histórico de sessões e score de memória.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26060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71800"/>
            <a:ext cx="5029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081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Revisão Espaçada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34107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SRS integrado que agenda revisões automáticas no momento certo.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2971800"/>
            <a:ext cx="26060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2971800"/>
            <a:ext cx="50292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2424" y="3081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Suporte Humano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92424" y="34107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dúvidas com preceptores especialistas e sala de residentes.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44184" y="2971800"/>
            <a:ext cx="26060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2971800"/>
            <a:ext cx="50292" cy="1188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3081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Gamificação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08776" y="34107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diárias, streak, badges e ranking nacional para manter a consistência.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Prática — Simulador &amp; Super Apostas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0292" cy="402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SIMULADOR GERAL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Provas INEP reais (2021–2025)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Modo edição dupla (semestres combinados)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Simulados filtrados por especialidade/nível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167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Timer com alerta visual (144s/questão)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32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Gabarito com raciocínio clínico completo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Condutas terapêuticas e dica do mestre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962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Grade de respostas com revisão pós-prova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227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Express Plantão — 10 questões em 10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Anti-repetição inteligente (últimas 200)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758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Salvamento automático em tempo real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22960"/>
            <a:ext cx="50292" cy="4023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SUPER APOSTAS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325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com maior probabilidade de cair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próximo Revalida — curadas por especialistas.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0482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disponíveis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0" y="21945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 · 2026.2 · 2027.1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2487168"/>
            <a:ext cx="35661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5237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especialidades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26700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· Cirurgia · Ped · GO · Prev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2962656"/>
            <a:ext cx="35661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9992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aposta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0640" y="314553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Alto  📊 Médio  💡 Baixo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3438144"/>
            <a:ext cx="35661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4747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customizável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0" y="36210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20 · 30 · 50 · 100 questões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3913632"/>
            <a:ext cx="35661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9502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antes de iniciar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20640" y="40965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quantas questões disponíveis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4389120"/>
            <a:ext cx="35661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42569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garantido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0" y="45720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repete no simulado INEP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Ativo — Caderno de Erros &amp; Revisão Espaçada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0292" cy="4023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CADERNO DE ERROS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erro é automaticamente capturado 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para revisão personalizada.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Captura automática de erros em tempo real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31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Diagnóstico "Tendão de Aquiles" (gargalo &gt; 30%)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23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Filtros por especialidade e busca textual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816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Gabarito expandido com raciocínio e conduta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Botão "Já aprendi" remove da lista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401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Treino individual ou em lote por filtro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Destacadas as erros recentes vs antigos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50292" cy="4023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REVISÃO ESPAÇADA (SRS)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repetição espaçada inteligente,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ciência da memória.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1920240"/>
            <a:ext cx="329184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92024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automático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10312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revisão calculada por nível de domínio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83480" y="2395728"/>
            <a:ext cx="329184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9572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24140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 de mastery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257860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 → 2 → 3 conforme desempenho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2871216"/>
            <a:ext cx="329184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87121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28895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Memória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05409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0–100% calculado em tempo real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346704"/>
            <a:ext cx="329184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34670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94960" y="33649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revisões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52958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 à meta diária no Dashboard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3822192"/>
            <a:ext cx="329184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82219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94960" y="38404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Fuso horário BRT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94960" y="400507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sempre em horário de Brasília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Gamificação — Desempenho, Ranking &amp; Conquistas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672"/>
            <a:ext cx="1874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04672"/>
            <a:ext cx="50292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acompanhadas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804672"/>
            <a:ext cx="1874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804672"/>
            <a:ext cx="50292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868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06040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de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804672"/>
            <a:ext cx="1874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804672"/>
            <a:ext cx="50292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09160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804672"/>
            <a:ext cx="1874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04672"/>
            <a:ext cx="5029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868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12280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possível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965960"/>
            <a:ext cx="4023360" cy="2880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1965960"/>
            <a:ext cx="50292" cy="28803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066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MEU DESEMPENHO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2487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Filtro: Hoje / 7 dias / 30 dias / Total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2834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% de aproveitamento por especialidade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Diagnóstico automático de ponto fraco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529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Histórico das últimas 10 sessões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3877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Gráfico de barras interativo (Recharts)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224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Tempo médio por questão (agilidade)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40233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965960"/>
            <a:ext cx="50292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066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RANKING NACIONAL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24323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Pódio 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 ouro / prata / bronze · </a:t>
            </a:r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personalizada 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candidato · Ranking atualizado em tempo real.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337560"/>
            <a:ext cx="40233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337560"/>
            <a:ext cx="50292" cy="15087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4381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SISTEMA DE BADGES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Ignição   💊 Residente   🏃 Maratona   ⚡ Cirurgião   🏆 Aprovado   📅 Revisor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· Volume de questões · Média global · Revisões ativas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&amp; Comunidade — Dúvidas e Sala dos Residentes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0292" cy="4023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CENTRAL DE DÚVIDAS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167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direto entre aluno e preceptor especialista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resolução de dúvidas acadêmicas.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Dúvida vinculada à questão (contexto automático)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67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Consulta geral por especialidade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Thread de mensagens aluno ↔ preceptor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852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Filtro por status: Pendente / Respondida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Busca por texto em todas as dúvidas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Notificação no sidebar quando há resposta nova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Histórico completo de conversas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50292" cy="402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SALA DOS RESIDENTES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3167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colaborativo em tempo real onde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e preceptores interagem livremente.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1975104"/>
            <a:ext cx="356616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0116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em tempo real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20640" y="21762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das últimas 24h sempre visíveis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83480" y="2450592"/>
            <a:ext cx="356616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487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online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20640" y="2651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ativos nos últimos 10 minutos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2926080"/>
            <a:ext cx="356616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9626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personalizado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0640" y="31272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e iniciais únicas por médico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3401568"/>
            <a:ext cx="356616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43814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Preceptor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0" y="360273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mentores com destaque dourado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877056"/>
            <a:ext cx="356616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9136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Moderação admin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20640" y="40782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Preceptor pode remover mensagens inadequadas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83480" y="4352544"/>
            <a:ext cx="356616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43891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no sidebar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20640" y="45537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com novas mensagens desde última visita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&amp; Referência — Biblioteca de Questões e Materiais PDF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0292" cy="4023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BANCO DE TEMAS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16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completo e pesquisável de todas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questões da plataforma.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Busca por enunciado, subtema e raciocínio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31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Filtro por especialidade (5 áreas)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23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Filtro por origem: INEP ou Super Apostas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816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Sistema de favoritos pessoais 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Painel dividido: lista + detalhes lado a lado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401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Raciocínio clínico + conduta + dica do mestre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Compatível com mobile (abas lista/detalhe)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50292" cy="4023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MATERIAIS PDF EXCLUSIVOS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316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materiais de estudo exclusivos,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apenas para assinantes ativos.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1938528"/>
            <a:ext cx="35661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9933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Plantão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231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 rápidos de referência para uso clínico imediato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2688336"/>
            <a:ext cx="35661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7432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Estudo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980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aprofundados para estudo extensivo por área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83480" y="3438144"/>
            <a:ext cx="35661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4930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Simulados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730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Apostilas e resumos focados em provas INEP anteriores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42611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Acesso exclusivo para assinantes — controle de role automático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— Gestão Completa da Plataforma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módulos de gestão em um único painel centralizado, com controle total sobre usuários, conteúdo e pagamentos.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0292" cy="7680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990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6550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Totais de usuários, questões, materiais e dúvidas. Hierarquia visual completa e contador de online.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36592" y="1325880"/>
            <a:ext cx="416052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325880"/>
            <a:ext cx="50292" cy="76809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990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39512" y="13898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Médicos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9512" y="16550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com hierarquia em 5 níveis, filtros por status, badges coloridos, bloquear/desbloquear, estender assinatura.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221992"/>
            <a:ext cx="416052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21992"/>
            <a:ext cx="50292" cy="7680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2951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Questões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25511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Importar, editar, filtrar e deletar questões. Preview completo. Suporte a múltiplos filtros simultâneos.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36592" y="2221992"/>
            <a:ext cx="416052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2221992"/>
            <a:ext cx="50292" cy="7680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2951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9512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Dúvidas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39512" y="25511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 responder dúvidas dos alunos diretamente. Thread de conversa com status pendente/respondida.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118104"/>
            <a:ext cx="416052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18104"/>
            <a:ext cx="50292" cy="7680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19125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1821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PDF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34472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e gerenciar materiais premium com categorias dinâmicas. Link para Google Drive / Dropbox.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36592" y="3118104"/>
            <a:ext cx="416052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3118104"/>
            <a:ext cx="50292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9125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9512" y="31821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&amp; Preços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39512" y="34472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editar planos de assinatura com preço, duração e destaque visual. Ativar/desativar dinamicamente.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14600" y="4014216"/>
            <a:ext cx="411480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14600" y="4014216"/>
            <a:ext cx="50292" cy="76809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24328" y="40873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17520" y="40782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Robô Gerador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017520" y="4343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(Claude) gera questões INEP-style por especialidade/tema. Revisão antes de importar para o banco.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&amp; Monetização — Assinatura e Programa de Indicação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199339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50292" cy="2560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R$ 79,99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R$ 2,67/dia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Acesso completo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Simulados INEP reais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 Apostas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Materiais exclusivos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87168" y="914400"/>
            <a:ext cx="199339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914400"/>
            <a:ext cx="50292" cy="2560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042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96896" y="14264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R$ 209,99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96896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R$ 2,33/dia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96896" y="2231136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2331720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Acesso completo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Simulados INEP reais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 Apostas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Materiais exclusivos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26864" y="914400"/>
            <a:ext cx="199339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914400"/>
            <a:ext cx="50292" cy="2560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46904" y="749808"/>
            <a:ext cx="1353312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7498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MAIS POPULAR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36592" y="1042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Dias  Dr. Plus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14264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R$ 359,99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36592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R$ 2,00/dia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2231136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331720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Acesso completo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Simulados INEP reais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 Apostas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Materiais exclusivos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66560" y="914400"/>
            <a:ext cx="199339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914400"/>
            <a:ext cx="50292" cy="2560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1042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Dias  CRM PRO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76288" y="14264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R$ 599,99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76288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R$ 1,67/dia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76288" y="2231136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2331720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Acesso completo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Simulados INEP reais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 Apostas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Materiais exclusivos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" y="3657600"/>
            <a:ext cx="40233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Pagamento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405993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com Mercado Pago · Checkout hospedado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automática via webhook · WhatsApp fallback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de sucesso / falha / pendente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73168" y="3657600"/>
            <a:ext cx="40233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Indique e Ganhe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05993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ganha 30% de comissão por cada indicação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calculados automaticamente por plano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pronta para WhatsApp com 1 clique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&amp; Diferenciais Técnicos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96112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96112"/>
            <a:ext cx="50292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8408" y="104241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517904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com listeners em tempo real. Respostas, erros e progresso sincronizados instantaneamente.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36976" y="896112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896112"/>
            <a:ext cx="50292" cy="16916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31336" y="104241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517904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em 5 níveis (Master · Admin · Colaborador · Premium · Ativo/Expirado) com regras de segurança no Firestore.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9904" y="896112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896112"/>
            <a:ext cx="50292" cy="1691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84264" y="104241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Integrada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517904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via Cloud Functions gera questões INEP-style com raciocínio clínico, condutas e alternativas justificadas.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2816352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816352"/>
            <a:ext cx="50292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944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8408" y="296265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" y="3438144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responsivo completo. Sidebar colapsável, layouts adaptados para tablets e smartphones.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36976" y="2816352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36976" y="2816352"/>
            <a:ext cx="50292" cy="1691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944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31336" y="296265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Científico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3438144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repetição espaçada baseado em ciência da memória. Agendamento por nível de domínio (1→2→3).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9904" y="2816352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2816352"/>
            <a:ext cx="50292" cy="16916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944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84264" y="296265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Otimizado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438144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orientada a mínimo de leituras Firestore. Lazy resets, getDocFromServer, heartbeat de presença sem overhead.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" y="4663440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6634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01368" y="4663440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01368" y="46634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18688" y="4663440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18688" y="46634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36008" y="4663440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36008" y="46634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53328" y="4663440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46634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Pago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470648" y="4663440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0648" y="46634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640080"/>
            <a:ext cx="694944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640080"/>
            <a:ext cx="64008" cy="3840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60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o candidato precisa.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44475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único lugar.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206654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RevalidaPro reúne simulados reais do INEP, sistema de erros, revisão espaçada, analytics, comunidade e suporte especializado — pensado para o candidato que leva a aprovação a sério.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508760" y="3108960"/>
            <a:ext cx="196596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3108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www.revalidapro.com.br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3108960"/>
            <a:ext cx="196596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108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Acesso imediato após assinatura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06440" y="3108960"/>
            <a:ext cx="196596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108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Suporte via WhatsApp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41330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</a:t>
            </a:r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RevalidaPro  ·  Todos os direitos reservados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RevalidaPro — Plataforma de Preparação Revalida INEP</dc:title>
  <dc:subject>PptxGenJS Presentation</dc:subject>
  <dc:creator>PptxGenJS</dc:creator>
  <cp:lastModifiedBy>PptxGenJS</cp:lastModifiedBy>
  <cp:revision>1</cp:revision>
  <dcterms:created xsi:type="dcterms:W3CDTF">2026-04-20T01:42:35Z</dcterms:created>
  <dcterms:modified xsi:type="dcterms:W3CDTF">2026-04-20T01:42:35Z</dcterms:modified>
</cp:coreProperties>
</file>